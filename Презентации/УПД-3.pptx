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  <p:sldMasterId id="2147483664" r:id="rId3"/>
    <p:sldMasterId id="2147483672" r:id="rId4"/>
    <p:sldMasterId id="2147483688" r:id="rId5"/>
  </p:sldMasterIdLst>
  <p:notesMasterIdLst>
    <p:notesMasterId r:id="rId17"/>
  </p:notesMasterIdLst>
  <p:handoutMasterIdLst>
    <p:handoutMasterId r:id="rId18"/>
  </p:handoutMasterIdLst>
  <p:sldIdLst>
    <p:sldId id="256" r:id="rId6"/>
    <p:sldId id="266" r:id="rId7"/>
    <p:sldId id="272" r:id="rId8"/>
    <p:sldId id="303" r:id="rId9"/>
    <p:sldId id="290" r:id="rId10"/>
    <p:sldId id="304" r:id="rId11"/>
    <p:sldId id="291" r:id="rId12"/>
    <p:sldId id="292" r:id="rId13"/>
    <p:sldId id="305" r:id="rId14"/>
    <p:sldId id="294" r:id="rId15"/>
    <p:sldId id="262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8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69" autoAdjust="0"/>
    <p:restoredTop sz="96439" autoAdjust="0"/>
  </p:normalViewPr>
  <p:slideViewPr>
    <p:cSldViewPr snapToGrid="0" showGuides="1">
      <p:cViewPr varScale="1">
        <p:scale>
          <a:sx n="79" d="100"/>
          <a:sy n="79" d="100"/>
        </p:scale>
        <p:origin x="893" y="77"/>
      </p:cViewPr>
      <p:guideLst>
        <p:guide orient="horz" pos="2125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249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B3E31-2838-4EFC-A167-11E010CC2953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33185-3515-459B-9259-7C7546D664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C1150D-001A-413B-964F-7A81B33E378A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F2E532-6C8F-4F71-9BA9-3023753D431E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/>
          <p:cNvSpPr>
            <a:spLocks noGrp="1"/>
          </p:cNvSpPr>
          <p:nvPr>
            <p:ph type="dt" sz="half" idx="2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73C401B-1B14-4810-BA37-2D3B4ECEFE53}" type="datetime1">
              <a:rPr lang="ru-RU" smtClean="0"/>
              <a:t>10.04.2025</a:t>
            </a:fld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6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</p:spTree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3936734"/>
            <a:ext cx="10515600" cy="17421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5678906"/>
            <a:ext cx="5180664" cy="704114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664" y="587000"/>
            <a:ext cx="1596908" cy="437006"/>
          </a:xfrm>
          <a:prstGeom prst="rect">
            <a:avLst/>
          </a:prstGeom>
        </p:spPr>
      </p:pic>
    </p:spTree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1905000"/>
            <a:ext cx="7315216" cy="37338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8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1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505075"/>
            <a:ext cx="515778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half" idx="13"/>
          </p:nvPr>
        </p:nvSpPr>
        <p:spPr>
          <a:xfrm>
            <a:off x="6173787" y="2505075"/>
            <a:ext cx="5180013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4"/>
          <p:cNvSpPr>
            <a:spLocks noGrp="1"/>
          </p:cNvSpPr>
          <p:nvPr>
            <p:ph type="body" sz="quarter" idx="3"/>
          </p:nvPr>
        </p:nvSpPr>
        <p:spPr>
          <a:xfrm>
            <a:off x="836612" y="1681163"/>
            <a:ext cx="393223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Рисунок 2"/>
          <p:cNvSpPr>
            <a:spLocks noGrp="1"/>
          </p:cNvSpPr>
          <p:nvPr>
            <p:ph type="pic" idx="1"/>
          </p:nvPr>
        </p:nvSpPr>
        <p:spPr>
          <a:xfrm>
            <a:off x="5183188" y="1681163"/>
            <a:ext cx="6172200" cy="3957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half" idx="2"/>
          </p:nvPr>
        </p:nvSpPr>
        <p:spPr>
          <a:xfrm>
            <a:off x="836612" y="2505075"/>
            <a:ext cx="393223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48179" y="2864216"/>
            <a:ext cx="9095642" cy="1129567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r>
              <a:rPr lang="ru-RU" dirty="0"/>
              <a:t>Спасибо за внимание!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8060" y="811589"/>
            <a:ext cx="1946275" cy="5326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/>
          <p:cNvSpPr>
            <a:spLocks noGrp="1"/>
          </p:cNvSpPr>
          <p:nvPr>
            <p:ph type="dt" sz="half" idx="2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73C401B-1B14-4810-BA37-2D3B4ECEFE53}" type="datetime1">
              <a:rPr lang="ru-RU" smtClean="0"/>
              <a:t>10.04.2025</a:t>
            </a:fld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6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</p:spTree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3936734"/>
            <a:ext cx="10515600" cy="17421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5678906"/>
            <a:ext cx="5180664" cy="704114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664" y="587000"/>
            <a:ext cx="1596908" cy="437006"/>
          </a:xfrm>
          <a:prstGeom prst="rect">
            <a:avLst/>
          </a:prstGeom>
        </p:spPr>
      </p:pic>
    </p:spTree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1905000"/>
            <a:ext cx="7315216" cy="37338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8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1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505075"/>
            <a:ext cx="515778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half" idx="13"/>
          </p:nvPr>
        </p:nvSpPr>
        <p:spPr>
          <a:xfrm>
            <a:off x="6173787" y="2505075"/>
            <a:ext cx="5180013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4"/>
          <p:cNvSpPr>
            <a:spLocks noGrp="1"/>
          </p:cNvSpPr>
          <p:nvPr>
            <p:ph type="body" sz="quarter" idx="3"/>
          </p:nvPr>
        </p:nvSpPr>
        <p:spPr>
          <a:xfrm>
            <a:off x="836612" y="1681163"/>
            <a:ext cx="393223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Рисунок 2"/>
          <p:cNvSpPr>
            <a:spLocks noGrp="1"/>
          </p:cNvSpPr>
          <p:nvPr>
            <p:ph type="pic" idx="1"/>
          </p:nvPr>
        </p:nvSpPr>
        <p:spPr>
          <a:xfrm>
            <a:off x="5183188" y="1681163"/>
            <a:ext cx="6172200" cy="3957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half" idx="2"/>
          </p:nvPr>
        </p:nvSpPr>
        <p:spPr>
          <a:xfrm>
            <a:off x="836612" y="2505075"/>
            <a:ext cx="393223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48179" y="2864216"/>
            <a:ext cx="9095642" cy="1129567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r>
              <a:rPr lang="ru-RU" dirty="0"/>
              <a:t>Спасибо за внимание!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8060" y="811589"/>
            <a:ext cx="1946275" cy="5326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/>
          <p:cNvSpPr>
            <a:spLocks noGrp="1"/>
          </p:cNvSpPr>
          <p:nvPr>
            <p:ph type="dt" sz="half" idx="2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73C401B-1B14-4810-BA37-2D3B4ECEFE53}" type="datetime1">
              <a:rPr lang="ru-RU" smtClean="0"/>
              <a:t>10.04.2025</a:t>
            </a:fld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6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</p:spTree>
  </p:cSld>
  <p:clrMapOvr>
    <a:masterClrMapping/>
  </p:clrMapOvr>
  <p:hf sldNum="0"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3936734"/>
            <a:ext cx="10515600" cy="17421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5678906"/>
            <a:ext cx="5180664" cy="704114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664" y="587000"/>
            <a:ext cx="1596908" cy="437006"/>
          </a:xfrm>
          <a:prstGeom prst="rect">
            <a:avLst/>
          </a:prstGeom>
        </p:spPr>
      </p:pic>
    </p:spTree>
  </p:cSld>
  <p:clrMapOvr>
    <a:masterClrMapping/>
  </p:clrMapOvr>
  <p:hf sldNum="0"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1905000"/>
            <a:ext cx="7315216" cy="37338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8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1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505075"/>
            <a:ext cx="515778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half" idx="13"/>
          </p:nvPr>
        </p:nvSpPr>
        <p:spPr>
          <a:xfrm>
            <a:off x="6173787" y="2505075"/>
            <a:ext cx="5180013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4"/>
          <p:cNvSpPr>
            <a:spLocks noGrp="1"/>
          </p:cNvSpPr>
          <p:nvPr>
            <p:ph type="body" sz="quarter" idx="3"/>
          </p:nvPr>
        </p:nvSpPr>
        <p:spPr>
          <a:xfrm>
            <a:off x="836612" y="1681163"/>
            <a:ext cx="393223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Рисунок 2"/>
          <p:cNvSpPr>
            <a:spLocks noGrp="1"/>
          </p:cNvSpPr>
          <p:nvPr>
            <p:ph type="pic" idx="1"/>
          </p:nvPr>
        </p:nvSpPr>
        <p:spPr>
          <a:xfrm>
            <a:off x="5183188" y="1681163"/>
            <a:ext cx="6172200" cy="3957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half" idx="2"/>
          </p:nvPr>
        </p:nvSpPr>
        <p:spPr>
          <a:xfrm>
            <a:off x="836612" y="2505075"/>
            <a:ext cx="393223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48179" y="2864216"/>
            <a:ext cx="9095642" cy="1129567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r>
              <a:rPr lang="ru-RU" dirty="0"/>
              <a:t>Спасибо за внимание!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8060" y="811589"/>
            <a:ext cx="1946275" cy="5326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/>
          <p:cNvSpPr>
            <a:spLocks noGrp="1"/>
          </p:cNvSpPr>
          <p:nvPr>
            <p:ph type="dt" sz="half" idx="2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73C401B-1B14-4810-BA37-2D3B4ECEFE53}" type="datetime1">
              <a:rPr lang="ru-RU" smtClean="0"/>
              <a:t>10.04.2025</a:t>
            </a:fld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6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</p:spTree>
  </p:cSld>
  <p:clrMapOvr>
    <a:masterClrMapping/>
  </p:clrMapOvr>
  <p:hf sldNum="0"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3936734"/>
            <a:ext cx="10515600" cy="17421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5678906"/>
            <a:ext cx="5180664" cy="704114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664" y="587000"/>
            <a:ext cx="1596908" cy="437006"/>
          </a:xfrm>
          <a:prstGeom prst="rect">
            <a:avLst/>
          </a:prstGeom>
        </p:spPr>
      </p:pic>
    </p:spTree>
  </p:cSld>
  <p:clrMapOvr>
    <a:masterClrMapping/>
  </p:clrMapOvr>
  <p:hf sldNum="0"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1905000"/>
            <a:ext cx="7315216" cy="37338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8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1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505075"/>
            <a:ext cx="515778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half" idx="13"/>
          </p:nvPr>
        </p:nvSpPr>
        <p:spPr>
          <a:xfrm>
            <a:off x="6173787" y="2505075"/>
            <a:ext cx="5180013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4"/>
          <p:cNvSpPr>
            <a:spLocks noGrp="1"/>
          </p:cNvSpPr>
          <p:nvPr>
            <p:ph type="body" sz="quarter" idx="3"/>
          </p:nvPr>
        </p:nvSpPr>
        <p:spPr>
          <a:xfrm>
            <a:off x="836612" y="1681163"/>
            <a:ext cx="393223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Рисунок 2"/>
          <p:cNvSpPr>
            <a:spLocks noGrp="1"/>
          </p:cNvSpPr>
          <p:nvPr>
            <p:ph type="pic" idx="1"/>
          </p:nvPr>
        </p:nvSpPr>
        <p:spPr>
          <a:xfrm>
            <a:off x="5183188" y="1681163"/>
            <a:ext cx="6172200" cy="3957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half" idx="2"/>
          </p:nvPr>
        </p:nvSpPr>
        <p:spPr>
          <a:xfrm>
            <a:off x="836612" y="2505075"/>
            <a:ext cx="393223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48179" y="2864216"/>
            <a:ext cx="9095642" cy="1129567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r>
              <a:rPr lang="ru-RU" dirty="0"/>
              <a:t>Спасибо за внимание!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8060" y="811589"/>
            <a:ext cx="1946275" cy="5326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/>
          <p:cNvSpPr>
            <a:spLocks noGrp="1"/>
          </p:cNvSpPr>
          <p:nvPr>
            <p:ph type="dt" sz="half" idx="2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73C401B-1B14-4810-BA37-2D3B4ECEFE53}" type="datetime1">
              <a:rPr lang="ru-RU" smtClean="0"/>
              <a:t>10.04.2025</a:t>
            </a:fld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6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</p:spTree>
  </p:cSld>
  <p:clrMapOvr>
    <a:masterClrMapping/>
  </p:clrMapOvr>
  <p:hf sldNum="0" hdr="0" ft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3936734"/>
            <a:ext cx="10515600" cy="17421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5678906"/>
            <a:ext cx="5180664" cy="704114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664" y="587000"/>
            <a:ext cx="1596908" cy="437006"/>
          </a:xfrm>
          <a:prstGeom prst="rect">
            <a:avLst/>
          </a:prstGeom>
        </p:spPr>
      </p:pic>
    </p:spTree>
  </p:cSld>
  <p:clrMapOvr>
    <a:masterClrMapping/>
  </p:clrMapOvr>
  <p:hf sldNum="0" hdr="0" ft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1905000"/>
            <a:ext cx="7315216" cy="37338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8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1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505075"/>
            <a:ext cx="515778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half" idx="13"/>
          </p:nvPr>
        </p:nvSpPr>
        <p:spPr>
          <a:xfrm>
            <a:off x="6173787" y="2505075"/>
            <a:ext cx="5180013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38200" y="596988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522989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4"/>
          <p:cNvSpPr>
            <a:spLocks noGrp="1"/>
          </p:cNvSpPr>
          <p:nvPr>
            <p:ph type="body" sz="quarter" idx="3"/>
          </p:nvPr>
        </p:nvSpPr>
        <p:spPr>
          <a:xfrm>
            <a:off x="836612" y="1681163"/>
            <a:ext cx="393223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Рисунок 2"/>
          <p:cNvSpPr>
            <a:spLocks noGrp="1"/>
          </p:cNvSpPr>
          <p:nvPr>
            <p:ph type="pic" idx="1"/>
          </p:nvPr>
        </p:nvSpPr>
        <p:spPr>
          <a:xfrm>
            <a:off x="5183188" y="1681163"/>
            <a:ext cx="6172200" cy="3957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half" idx="2"/>
          </p:nvPr>
        </p:nvSpPr>
        <p:spPr>
          <a:xfrm>
            <a:off x="836612" y="2505075"/>
            <a:ext cx="393223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48179" y="2864216"/>
            <a:ext cx="9095642" cy="1129567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r>
              <a:rPr lang="ru-RU" dirty="0"/>
              <a:t>Спасибо за внимание!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8060" y="811589"/>
            <a:ext cx="1946275" cy="53261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8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8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8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8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8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838007" y="1836233"/>
            <a:ext cx="10515600" cy="95555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5335" dirty="0"/>
              <a:t>Защита по дисциплине </a:t>
            </a:r>
            <a:br>
              <a:rPr lang="ru-RU" sz="5335" dirty="0"/>
            </a:br>
            <a:r>
              <a:rPr lang="ru-RU" sz="5335" dirty="0"/>
              <a:t>«УПД».</a:t>
            </a:r>
            <a:br>
              <a:rPr lang="ru-RU" sz="5335" dirty="0"/>
            </a:br>
            <a:r>
              <a:rPr lang="ru-RU" sz="5335" dirty="0"/>
              <a:t>Десктопное приложение </a:t>
            </a:r>
            <a:br>
              <a:rPr lang="en-US" sz="5335" dirty="0"/>
            </a:br>
            <a:r>
              <a:rPr lang="ru-RU" sz="5335" dirty="0"/>
              <a:t>«</a:t>
            </a:r>
            <a:r>
              <a:rPr lang="en-US" sz="5335" dirty="0"/>
              <a:t>TTS BOOK</a:t>
            </a:r>
            <a:r>
              <a:rPr lang="ru-RU" sz="5335" dirty="0"/>
              <a:t>»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0"/>
          </p:nvPr>
        </p:nvSpPr>
        <p:spPr>
          <a:xfrm>
            <a:off x="371475" y="5410835"/>
            <a:ext cx="3037840" cy="93281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1400" dirty="0"/>
              <a:t>Выполнил: Козачек Николай Сергеевич 421-1</a:t>
            </a:r>
          </a:p>
          <a:p>
            <a:pPr>
              <a:lnSpc>
                <a:spcPct val="100000"/>
              </a:lnSpc>
            </a:pPr>
            <a:r>
              <a:rPr lang="ru-RU" sz="1400" dirty="0"/>
              <a:t>Руководитель: ассистент кафедры АОИ, </a:t>
            </a:r>
            <a:r>
              <a:rPr lang="ru-RU" sz="1400" dirty="0" err="1"/>
              <a:t>Кульшин</a:t>
            </a:r>
            <a:r>
              <a:rPr lang="ru-RU" sz="1400" dirty="0"/>
              <a:t> Р.С.</a:t>
            </a:r>
          </a:p>
        </p:txBody>
      </p:sp>
      <p:sp>
        <p:nvSpPr>
          <p:cNvPr id="2" name="Текст 5"/>
          <p:cNvSpPr>
            <a:spLocks noGrp="1"/>
          </p:cNvSpPr>
          <p:nvPr/>
        </p:nvSpPr>
        <p:spPr>
          <a:xfrm>
            <a:off x="10660380" y="6037580"/>
            <a:ext cx="1275715" cy="30607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20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1400" dirty="0"/>
              <a:t>Томск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1CC0667-2001-4D70-B0A4-E29B98EEB1CF}" type="slidenum">
              <a:rPr lang="ru-RU" smtClean="0"/>
              <a:pPr>
                <a:spcAft>
                  <a:spcPts val="600"/>
                </a:spcAft>
              </a:pPr>
              <a:t>2</a:t>
            </a:fld>
            <a:r>
              <a:rPr lang="ru-RU" dirty="0"/>
              <a:t> </a:t>
            </a:r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38200" y="522989"/>
            <a:ext cx="7316804" cy="786047"/>
          </a:xfrm>
        </p:spPr>
        <p:txBody>
          <a:bodyPr anchor="t">
            <a:normAutofit/>
          </a:bodyPr>
          <a:lstStyle/>
          <a:p>
            <a:r>
              <a:rPr lang="ru-RU"/>
              <a:t>Цель семестровой работы</a:t>
            </a:r>
          </a:p>
        </p:txBody>
      </p:sp>
      <p:sp>
        <p:nvSpPr>
          <p:cNvPr id="5" name="Текст 4"/>
          <p:cNvSpPr>
            <a:spLocks noGrp="1"/>
          </p:cNvSpPr>
          <p:nvPr>
            <p:ph sz="half" idx="1"/>
          </p:nvPr>
        </p:nvSpPr>
        <p:spPr>
          <a:xfrm>
            <a:off x="838200" y="1460500"/>
            <a:ext cx="5181600" cy="45315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 рамках текущего семестра требовалось провести проектирование разрабатываемой системы.</a:t>
            </a:r>
            <a:endParaRPr lang="ru-RU" sz="11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Для своего приложения «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TTS BOOK</a:t>
            </a: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» составлены:</a:t>
            </a:r>
            <a:endParaRPr lang="ru-RU" sz="11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UML-диаграмма классов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;</a:t>
            </a:r>
            <a:endParaRPr lang="ru-RU" sz="11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UML-диаграмма прецедентов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UML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  <a:r>
              <a:rPr lang="ru-RU" sz="1800" dirty="0">
                <a:solidFill>
                  <a:srgbClr val="000000"/>
                </a:solidFill>
                <a:latin typeface="Arial" panose="020B0604020202020204" pitchFamily="34" charset="0"/>
              </a:rPr>
              <a:t>диаграмма </a:t>
            </a:r>
            <a:r>
              <a:rPr lang="ru-RU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последовательсности</a:t>
            </a:r>
            <a:endParaRPr lang="ru-RU" sz="1100" dirty="0">
              <a:effectLst/>
            </a:endParaRP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7E66D13A-2B82-14D3-0123-1CCDB22AE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73" r="29848"/>
          <a:stretch/>
        </p:blipFill>
        <p:spPr bwMode="auto">
          <a:xfrm>
            <a:off x="6172200" y="1825625"/>
            <a:ext cx="5181600" cy="3698875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t>3</a:t>
            </a:fld>
            <a:r>
              <a:rPr lang="ru-RU" dirty="0"/>
              <a:t> 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38200" y="523240"/>
            <a:ext cx="8496935" cy="786130"/>
          </a:xfrm>
        </p:spPr>
        <p:txBody>
          <a:bodyPr>
            <a:noAutofit/>
          </a:bodyPr>
          <a:lstStyle/>
          <a:p>
            <a:r>
              <a:rPr lang="ru-RU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Разрабатываемое приложение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840104" y="1309369"/>
            <a:ext cx="7317777" cy="4768701"/>
          </a:xfrm>
        </p:spPr>
        <p:txBody>
          <a:bodyPr/>
          <a:lstStyle/>
          <a:p>
            <a:r>
              <a:rPr lang="ru-RU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Перед тем, как перейти к просмотру того, что сделано в данном семестре, я напомню о своём приложении.</a:t>
            </a:r>
            <a:endParaRPr lang="ru-RU" sz="3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дисциплины «УПД», я веду разработку приложения «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TTS BOOK</a:t>
            </a:r>
            <a:r>
              <a:rPr lang="ru-RU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 для десктопного устройства.</a:t>
            </a:r>
            <a:endParaRPr lang="ru-RU" sz="3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 descr="Picture background">
            <a:extLst>
              <a:ext uri="{FF2B5EF4-FFF2-40B4-BE49-F238E27FC236}">
                <a16:creationId xmlns:a16="http://schemas.microsoft.com/office/drawing/2014/main" id="{88D27841-3C9F-ED82-7448-9539A0266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7881" y="1309368"/>
            <a:ext cx="3879477" cy="387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1CC0667-2001-4D70-B0A4-E29B98EEB1CF}" type="slidenum">
              <a:rPr lang="ru-RU" smtClean="0"/>
              <a:pPr>
                <a:spcAft>
                  <a:spcPts val="600"/>
                </a:spcAft>
              </a:pPr>
              <a:t>4</a:t>
            </a:fld>
            <a:r>
              <a:rPr lang="ru-RU" dirty="0"/>
              <a:t> </a:t>
            </a:r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38200" y="522989"/>
            <a:ext cx="7316804" cy="786047"/>
          </a:xfrm>
        </p:spPr>
        <p:txBody>
          <a:bodyPr anchor="t">
            <a:normAutofit/>
          </a:bodyPr>
          <a:lstStyle/>
          <a:p>
            <a:r>
              <a:rPr lang="ru-RU" sz="3300" dirty="0"/>
              <a:t>Диаграмма последовательности </a:t>
            </a:r>
          </a:p>
        </p:txBody>
      </p:sp>
      <p:sp>
        <p:nvSpPr>
          <p:cNvPr id="5" name="Текст 4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698875"/>
          </a:xfrm>
        </p:spPr>
        <p:txBody>
          <a:bodyPr>
            <a:normAutofit/>
          </a:bodyPr>
          <a:lstStyle/>
          <a:p>
            <a:pPr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это работает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загружает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Выбирает страницы и настройки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 передаётся в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Silero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TTS;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Аудио воспроизводиться или сохраняется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4C07122-37A6-91E3-58C6-D47770552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1990165"/>
            <a:ext cx="5521056" cy="3174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t>5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UML-</a:t>
            </a:r>
            <a:r>
              <a:rPr lang="ru-RU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690282" y="1694030"/>
            <a:ext cx="5405718" cy="2492488"/>
          </a:xfrm>
        </p:spPr>
        <p:txBody>
          <a:bodyPr/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классы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PdfReaderApp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управление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приложением 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Text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отображение текста  </a:t>
            </a:r>
          </a:p>
          <a:p>
            <a:pPr marL="342900" indent="-342900">
              <a:buFontTx/>
              <a:buChar char="-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tts_model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синтез речи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–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статусная информация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Fitz. Document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046639D-E3D9-784D-ABCA-AC678201A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138" y="1309036"/>
            <a:ext cx="4250690" cy="407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7CD2A-6518-F4AC-2CB2-794979179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843C0B0-51CD-CA9B-2BFB-B4996CAC3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89548" y="5992012"/>
            <a:ext cx="135315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1CC0667-2001-4D70-B0A4-E29B98EEB1CF}" type="slidenum">
              <a:rPr lang="ru-RU" smtClean="0"/>
              <a:pPr>
                <a:spcAft>
                  <a:spcPts val="600"/>
                </a:spcAft>
              </a:pPr>
              <a:t>6</a:t>
            </a:fld>
            <a:r>
              <a:rPr lang="ru-RU" dirty="0"/>
              <a:t> </a:t>
            </a:r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8EACB3B-7C6D-7B8C-CBB0-D2D97C9E4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2989"/>
            <a:ext cx="7316804" cy="786047"/>
          </a:xfrm>
        </p:spPr>
        <p:txBody>
          <a:bodyPr anchor="t">
            <a:normAutofit/>
          </a:bodyPr>
          <a:lstStyle/>
          <a:p>
            <a:r>
              <a:rPr lang="ru-RU" sz="3300" dirty="0"/>
              <a:t>Диаграмма прецедентов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8F2148-EB31-E711-5EE0-0E220D729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507" y="1370801"/>
            <a:ext cx="5747011" cy="46212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9113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t>7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приложения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838200" y="1407160"/>
            <a:ext cx="4425315" cy="1445260"/>
          </a:xfrm>
        </p:spPr>
        <p:txBody>
          <a:bodyPr/>
          <a:lstStyle/>
          <a:p>
            <a:r>
              <a:rPr lang="ru-RU" sz="2000" dirty="0"/>
              <a:t>Экран выбора файлов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9E69662-011B-1448-D0DB-F1FA28FB5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29790"/>
            <a:ext cx="8621199" cy="38622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t>8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приложения</a:t>
            </a:r>
            <a:endParaRPr lang="ru-RU" sz="32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838200" y="1407160"/>
            <a:ext cx="4225925" cy="1445260"/>
          </a:xfrm>
        </p:spPr>
        <p:txBody>
          <a:bodyPr/>
          <a:lstStyle/>
          <a:p>
            <a:r>
              <a:rPr lang="ru-RU" sz="2000" dirty="0"/>
              <a:t>Экран загрузки </a:t>
            </a:r>
            <a:r>
              <a:rPr lang="en-US" sz="2000" dirty="0"/>
              <a:t>pdf</a:t>
            </a:r>
            <a:endParaRPr lang="ru-RU" sz="2000" dirty="0"/>
          </a:p>
        </p:txBody>
      </p:sp>
      <p:pic>
        <p:nvPicPr>
          <p:cNvPr id="2" name="Рисунок 1" descr="Изображение выглядит как текст, снимок экрана, программное обеспечение, веб-страниц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A0902CB-21B8-6E3F-0433-A417C72AA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4756"/>
            <a:ext cx="5257800" cy="40918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7ECB0-6BDF-766A-752A-F48378B07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0B67C71-5987-5A46-E8BC-EC7D38062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t>9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1EA8645-0D7A-5794-FE7D-96E2D9598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приложения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A637F9-0E7B-CDC6-3D5A-17F9E78E3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407160"/>
            <a:ext cx="4425315" cy="1445260"/>
          </a:xfrm>
        </p:spPr>
        <p:txBody>
          <a:bodyPr/>
          <a:lstStyle/>
          <a:p>
            <a:r>
              <a:rPr lang="ru-RU" sz="2000" dirty="0"/>
              <a:t>Экран просмотра </a:t>
            </a:r>
            <a:r>
              <a:rPr lang="en-US" sz="2000" dirty="0"/>
              <a:t>pdf</a:t>
            </a:r>
            <a:endParaRPr lang="ru-RU" sz="2000" dirty="0"/>
          </a:p>
        </p:txBody>
      </p:sp>
      <p:pic>
        <p:nvPicPr>
          <p:cNvPr id="6" name="Рисунок 5" descr="Изображение выглядит как текст, снимок экрана, программное обеспечение, веб-страниц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43CD337-CD55-AB4E-36BB-3DE42641E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8216"/>
            <a:ext cx="8908010" cy="362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187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C0667-2001-4D70-B0A4-E29B98EEB1CF}" type="slidenum">
              <a:rPr lang="ru-RU" smtClean="0"/>
              <a:t>10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2"/>
          </p:nvPr>
        </p:nvSpPr>
        <p:spPr>
          <a:xfrm>
            <a:off x="838200" y="1407159"/>
            <a:ext cx="7929282" cy="343378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текущего семестра были выполнены следующие задачи:</a:t>
            </a:r>
            <a:endParaRPr lang="ru-RU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UML-диаграмма классов.</a:t>
            </a:r>
            <a:endParaRPr lang="ru-RU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UML-диаграмма прецедентов.</a:t>
            </a:r>
            <a:endParaRPr lang="ru-RU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UML-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последовательности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Начата разработка приложения.</a:t>
            </a:r>
            <a:endParaRPr lang="ru-RU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tusur_ppt_presentation</Template>
  <TotalTime>49</TotalTime>
  <Words>224</Words>
  <Application>Microsoft Office PowerPoint</Application>
  <PresentationFormat>Широкоэкранный</PresentationFormat>
  <Paragraphs>49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11</vt:i4>
      </vt:variant>
    </vt:vector>
  </HeadingPairs>
  <TitlesOfParts>
    <vt:vector size="21" baseType="lpstr">
      <vt:lpstr>Arial</vt:lpstr>
      <vt:lpstr>Calibri</vt:lpstr>
      <vt:lpstr>Times New Roman</vt:lpstr>
      <vt:lpstr>Verdana</vt:lpstr>
      <vt:lpstr>Wingdings</vt:lpstr>
      <vt:lpstr>Тема Office</vt:lpstr>
      <vt:lpstr>1_Тема Office</vt:lpstr>
      <vt:lpstr>2_Тема Office</vt:lpstr>
      <vt:lpstr>3_Тема Office</vt:lpstr>
      <vt:lpstr>5_Тема Office</vt:lpstr>
      <vt:lpstr>Защита по дисциплине  «УПД». Десктопное приложение  «TTS BOOK»</vt:lpstr>
      <vt:lpstr>Цель семестровой работы</vt:lpstr>
      <vt:lpstr>Разрабатываемое приложение</vt:lpstr>
      <vt:lpstr>Диаграмма последовательности </vt:lpstr>
      <vt:lpstr>UML-диаграмма классов</vt:lpstr>
      <vt:lpstr>Диаграмма прецедентов </vt:lpstr>
      <vt:lpstr>Демонстрация работы приложения</vt:lpstr>
      <vt:lpstr>Демонстрация работы приложения</vt:lpstr>
      <vt:lpstr>Демонстрация работы приложения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1 prototaup</cp:lastModifiedBy>
  <cp:revision>127</cp:revision>
  <dcterms:created xsi:type="dcterms:W3CDTF">2022-01-31T05:33:00Z</dcterms:created>
  <dcterms:modified xsi:type="dcterms:W3CDTF">2025-04-10T06:40:01Z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4C4266697D0843B1BDACD0FCBEA154BD_12</vt:lpwstr>
  </property>
  <property fmtid="{D5CDD505-2E9C-101B-9397-08002B2CF9AE}" pid="3" name="KSOProductBuildVer">
    <vt:lpwstr>1049-12.2.0.19805</vt:lpwstr>
  </property>
</Properties>
</file>