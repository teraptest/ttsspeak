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4" r:id="rId2"/>
  </p:sldMasterIdLst>
  <p:notesMasterIdLst>
    <p:notesMasterId r:id="rId14"/>
  </p:notesMasterIdLst>
  <p:handoutMasterIdLst>
    <p:handoutMasterId r:id="rId15"/>
  </p:handoutMasterIdLst>
  <p:sldIdLst>
    <p:sldId id="256" r:id="rId3"/>
    <p:sldId id="266" r:id="rId4"/>
    <p:sldId id="308" r:id="rId5"/>
    <p:sldId id="272" r:id="rId6"/>
    <p:sldId id="270" r:id="rId7"/>
    <p:sldId id="304" r:id="rId8"/>
    <p:sldId id="305" r:id="rId9"/>
    <p:sldId id="306" r:id="rId10"/>
    <p:sldId id="307" r:id="rId11"/>
    <p:sldId id="296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69" autoAdjust="0"/>
    <p:restoredTop sz="96439" autoAdjust="0"/>
  </p:normalViewPr>
  <p:slideViewPr>
    <p:cSldViewPr snapToGrid="0" showGuides="1">
      <p:cViewPr varScale="1">
        <p:scale>
          <a:sx n="79" d="100"/>
          <a:sy n="79" d="100"/>
        </p:scale>
        <p:origin x="893" y="77"/>
      </p:cViewPr>
      <p:guideLst>
        <p:guide orient="horz" pos="212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B3E31-2838-4EFC-A167-11E010CC295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33185-3515-459B-9259-7C7546D66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1150D-001A-413B-964F-7A81B33E378A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2E532-6C8F-4F71-9BA9-3023753D431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007" y="1836233"/>
            <a:ext cx="10515600" cy="95555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335" dirty="0"/>
              <a:t>Защита по дисциплине </a:t>
            </a:r>
            <a:br>
              <a:rPr lang="ru-RU" sz="5335" dirty="0"/>
            </a:br>
            <a:r>
              <a:rPr lang="ru-RU" sz="5335" dirty="0"/>
              <a:t>«УПД».</a:t>
            </a:r>
            <a:br>
              <a:rPr lang="ru-RU" sz="5335" dirty="0"/>
            </a:br>
            <a:r>
              <a:rPr lang="en-US" sz="5335" dirty="0"/>
              <a:t>Desktop</a:t>
            </a:r>
            <a:r>
              <a:rPr lang="ru-RU" sz="5335" dirty="0"/>
              <a:t> приложение «</a:t>
            </a:r>
            <a:r>
              <a:rPr lang="en-US" sz="5335" dirty="0"/>
              <a:t>TTS BOOK</a:t>
            </a:r>
            <a:r>
              <a:rPr lang="ru-RU" sz="5335" dirty="0"/>
              <a:t>»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371475" y="5410835"/>
            <a:ext cx="3037840" cy="9328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400" dirty="0"/>
              <a:t>Выполнил: Козачек Николай Сергеевич 421-1</a:t>
            </a:r>
          </a:p>
          <a:p>
            <a:pPr>
              <a:lnSpc>
                <a:spcPct val="100000"/>
              </a:lnSpc>
            </a:pPr>
            <a:r>
              <a:rPr lang="ru-RU" sz="1400" dirty="0"/>
              <a:t>Руководитель: ассистент кафедры АОИ, Волокитин Г.А.</a:t>
            </a:r>
          </a:p>
        </p:txBody>
      </p:sp>
      <p:sp>
        <p:nvSpPr>
          <p:cNvPr id="2" name="Текст 5"/>
          <p:cNvSpPr>
            <a:spLocks noGrp="1"/>
          </p:cNvSpPr>
          <p:nvPr/>
        </p:nvSpPr>
        <p:spPr>
          <a:xfrm>
            <a:off x="10660380" y="6037580"/>
            <a:ext cx="1275715" cy="3060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2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400" dirty="0"/>
              <a:t>Томск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2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3200" dirty="0"/>
              <a:t>Цель семестровой работы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2164404"/>
            <a:ext cx="7981950" cy="2529192"/>
          </a:xfrm>
        </p:spPr>
        <p:txBody>
          <a:bodyPr/>
          <a:lstStyle/>
          <a:p>
            <a:pPr indent="45720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данного семестра было необходимо завершить разработку приложения, провести его тестирование и продемонстрировать его работу. Оформить это в виде отчёта, сделать презентацию и защититься перед комиссией.</a:t>
            </a:r>
          </a:p>
          <a:p>
            <a:pPr indent="457200"/>
            <a:endParaRPr lang="ru-RU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EFAA3-8EC9-7B1E-06D1-EA01E1E6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5BC8FD5-B58F-9737-823F-616AA082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3</a:t>
            </a:fld>
            <a:r>
              <a:rPr lang="ru-RU" dirty="0"/>
              <a:t>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8F0091-30A0-AE63-772D-CF8F9482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3200" dirty="0"/>
              <a:t>Стек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FABFE41-3970-78CA-D1E6-E20E83C34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88040"/>
            <a:ext cx="7981950" cy="4122096"/>
          </a:xfrm>
        </p:spPr>
        <p:txBody>
          <a:bodyPr/>
          <a:lstStyle/>
          <a:p>
            <a:pPr indent="45720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язык разработки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кроссплатформенного пользовательского интерфейса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(fitz)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визуализация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</a:t>
            </a:r>
          </a:p>
          <a:p>
            <a:pPr indent="45720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Pillow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изображениями страниц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Silero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TTS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нейросетевой синтез речи на русском языке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SoundDevice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воспроизведение аудио в реальном времени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FFmpeg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и сохранение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</a:t>
            </a:r>
          </a:p>
          <a:p>
            <a:pPr indent="45720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/ SciPy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аудиоданных</a:t>
            </a:r>
          </a:p>
          <a:p>
            <a:pPr indent="45720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PyYAML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OmegaConf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конфигураций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4235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4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523240"/>
            <a:ext cx="8496935" cy="786130"/>
          </a:xfrm>
        </p:spPr>
        <p:txBody>
          <a:bodyPr>
            <a:noAutofit/>
          </a:bodyPr>
          <a:lstStyle/>
          <a:p>
            <a:pPr algn="l"/>
            <a:r>
              <a:rPr lang="ru-RU" sz="3200" dirty="0"/>
              <a:t>Завершение разработки приложения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970851"/>
            <a:ext cx="7603504" cy="2601149"/>
          </a:xfrm>
        </p:spPr>
        <p:txBody>
          <a:bodyPr/>
          <a:lstStyle/>
          <a:p>
            <a:pPr indent="45720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клиентской части было реализовано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файла.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Воспроизведение текста.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воспроизведения.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5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Демонстрация работы приложения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126865" cy="606466"/>
          </a:xfrm>
        </p:spPr>
        <p:txBody>
          <a:bodyPr/>
          <a:lstStyle/>
          <a:p>
            <a:r>
              <a:rPr lang="ru-RU" sz="2000" b="1" dirty="0"/>
              <a:t>Экран выбора </a:t>
            </a:r>
            <a:r>
              <a:rPr lang="en-US" sz="2000" b="1" dirty="0"/>
              <a:t>pdf </a:t>
            </a:r>
            <a:r>
              <a:rPr lang="ru-RU" sz="2000" b="1" dirty="0"/>
              <a:t>файла</a:t>
            </a:r>
          </a:p>
          <a:p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E1E0B5-9B26-B92B-F23B-B5692A14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1750"/>
            <a:ext cx="7288802" cy="3265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B9F6-194C-1A68-D785-DDB5D88B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E3336A-2482-13E9-9CEE-C5251531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6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5863F84-73EB-53E1-9C63-BA12CE14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Демонстрация работы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EB5B08-D4DD-CE89-B8BF-330F3ED2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126865" cy="606466"/>
          </a:xfrm>
        </p:spPr>
        <p:txBody>
          <a:bodyPr/>
          <a:lstStyle/>
          <a:p>
            <a:r>
              <a:rPr lang="ru-RU" sz="2000" b="1" dirty="0"/>
              <a:t>Экран загрузки </a:t>
            </a:r>
            <a:r>
              <a:rPr lang="en-US" sz="2000" b="1" dirty="0"/>
              <a:t>pdf</a:t>
            </a:r>
            <a:endParaRPr lang="ru-RU" sz="2000" b="1" dirty="0"/>
          </a:p>
          <a:p>
            <a:endParaRPr lang="ru-RU" sz="20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0828E84-2931-59DF-7826-CC4626FC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13625"/>
            <a:ext cx="8435009" cy="429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1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23FB2-2D2F-373E-D1C6-4102E607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09B3EE-7708-315F-3FA2-976091FD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7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15BF130-AD4D-8AC6-7C48-1FFB9E6D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Демонстрация работы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EE34BE-DCA7-9434-6A5B-EB1EA6B94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638472" cy="606466"/>
          </a:xfrm>
        </p:spPr>
        <p:txBody>
          <a:bodyPr/>
          <a:lstStyle/>
          <a:p>
            <a:r>
              <a:rPr lang="ru-RU" sz="2000" b="1" dirty="0"/>
              <a:t>Экран просмотра </a:t>
            </a:r>
            <a:r>
              <a:rPr lang="en-US" sz="2000" b="1" dirty="0"/>
              <a:t>pdf </a:t>
            </a:r>
            <a:r>
              <a:rPr lang="ru-RU" sz="2000" b="1" dirty="0"/>
              <a:t>файла</a:t>
            </a:r>
          </a:p>
          <a:p>
            <a:endParaRPr lang="ru-RU" sz="2000" dirty="0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F294B8F-A3DC-B166-AFD0-0A0EFCBE7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1750"/>
            <a:ext cx="8453673" cy="343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3E06-3E36-EBC9-D118-DC4EDCE2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68258C-E615-5D66-9F0A-E52AC12B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8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89B76C-D6DC-EE3E-8B36-069D5957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Демонстрация работы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F6D8DD-B422-8BCE-618D-BFD2CFE63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638472" cy="606466"/>
          </a:xfrm>
        </p:spPr>
        <p:txBody>
          <a:bodyPr/>
          <a:lstStyle/>
          <a:p>
            <a:r>
              <a:rPr lang="ru-RU" sz="2000" b="1" dirty="0"/>
              <a:t>Экран управления</a:t>
            </a:r>
            <a:r>
              <a:rPr lang="en-US" sz="2000" b="1" dirty="0"/>
              <a:t> </a:t>
            </a:r>
            <a:r>
              <a:rPr lang="ru-RU" sz="2000" b="1" dirty="0"/>
              <a:t>панели </a:t>
            </a:r>
            <a:r>
              <a:rPr lang="en-US" sz="2000" b="1" dirty="0" err="1"/>
              <a:t>tts</a:t>
            </a:r>
            <a:endParaRPr lang="ru-RU" sz="2000" b="1" dirty="0"/>
          </a:p>
          <a:p>
            <a:endParaRPr lang="ru-RU" sz="20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BDEFD7-F37A-804B-FA5C-E79EDA8C23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351" r="-1"/>
          <a:stretch/>
        </p:blipFill>
        <p:spPr bwMode="auto">
          <a:xfrm>
            <a:off x="838200" y="1796732"/>
            <a:ext cx="8918643" cy="40787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7718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3E82-A4F9-C665-F2A2-3F7DDB1B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44F2CD-8DB4-C69F-252D-4A106E36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9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883B2F-410F-CB80-9BDF-667190C4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Демонстрация работы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028338-27CD-1851-7807-B9C7C0FF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199" y="1407160"/>
            <a:ext cx="5348591" cy="606466"/>
          </a:xfrm>
        </p:spPr>
        <p:txBody>
          <a:bodyPr/>
          <a:lstStyle/>
          <a:p>
            <a:r>
              <a:rPr lang="ru-RU" sz="2000" b="1" dirty="0"/>
              <a:t>Экран сохранение аудиофайла</a:t>
            </a:r>
          </a:p>
          <a:p>
            <a:endParaRPr lang="ru-RU" sz="2000" dirty="0"/>
          </a:p>
        </p:txBody>
      </p:sp>
      <p:pic>
        <p:nvPicPr>
          <p:cNvPr id="6" name="Рисунок 5" descr="Изображение выглядит как текст, программное обеспечение, Значок на компьютер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591453E-0F1F-24EC-7DF1-ADA991AB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3625"/>
            <a:ext cx="8801911" cy="394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1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10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523240"/>
            <a:ext cx="7853680" cy="786130"/>
          </a:xfrm>
        </p:spPr>
        <p:txBody>
          <a:bodyPr>
            <a:noAutofit/>
          </a:bodyPr>
          <a:lstStyle/>
          <a:p>
            <a:pPr algn="l"/>
            <a:r>
              <a:rPr lang="ru-RU" sz="3200" dirty="0"/>
              <a:t>Тестирование работы приложения</a:t>
            </a:r>
          </a:p>
        </p:txBody>
      </p:sp>
      <p:sp>
        <p:nvSpPr>
          <p:cNvPr id="2" name="Замещающий текст 1"/>
          <p:cNvSpPr>
            <a:spLocks noGrp="1"/>
          </p:cNvSpPr>
          <p:nvPr>
            <p:ph type="body" sz="half" idx="2"/>
          </p:nvPr>
        </p:nvSpPr>
        <p:spPr>
          <a:xfrm>
            <a:off x="839788" y="1386840"/>
            <a:ext cx="7315216" cy="4303841"/>
          </a:xfrm>
        </p:spPr>
        <p:txBody>
          <a:bodyPr/>
          <a:lstStyle/>
          <a:p>
            <a:pPr indent="457200"/>
            <a:r>
              <a:rPr lang="ru-RU" altLang="en-US" sz="2000" dirty="0"/>
              <a:t>На данном этапе проводилось тестирование работоспособности приложения - выполнение его основных функций. Исходя из названия тестирования, тест-кейсов не было. Основной задачей было проверить - правильно ли работает приложение и его функции в частности.</a:t>
            </a:r>
          </a:p>
          <a:p>
            <a:pPr indent="457200"/>
            <a:r>
              <a:rPr lang="ru-RU" altLang="en-US" sz="2000" dirty="0"/>
              <a:t>Проверялось: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Правильность обработки текста из </a:t>
            </a:r>
            <a:r>
              <a:rPr lang="en-US" altLang="en-US" sz="2000" dirty="0"/>
              <a:t>pdf </a:t>
            </a:r>
            <a:r>
              <a:rPr lang="ru-RU" altLang="en-US" sz="2000" dirty="0"/>
              <a:t>файла.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Правильность отображения текста из </a:t>
            </a:r>
            <a:r>
              <a:rPr lang="en-US" altLang="en-US" sz="2000" dirty="0"/>
              <a:t>pdf </a:t>
            </a:r>
            <a:r>
              <a:rPr lang="ru-RU" altLang="en-US" sz="2000" dirty="0"/>
              <a:t>файла.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Передача звука без задержек.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Проверка различных голосовых моделей.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dirty="0"/>
              <a:t>Проверка правильности остановки если текст слишком большой</a:t>
            </a:r>
            <a:r>
              <a:rPr lang="en-US" altLang="en-US" sz="2000" dirty="0"/>
              <a:t>.</a:t>
            </a:r>
            <a:endParaRPr lang="ru-RU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tusur_ppt_presentation</Template>
  <TotalTime>20</TotalTime>
  <Words>272</Words>
  <Application>Microsoft Office PowerPoint</Application>
  <PresentationFormat>Широкоэкранный</PresentationFormat>
  <Paragraphs>49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Verdana</vt:lpstr>
      <vt:lpstr>Wingdings</vt:lpstr>
      <vt:lpstr>Тема Office</vt:lpstr>
      <vt:lpstr>7_Тема Office</vt:lpstr>
      <vt:lpstr>Защита по дисциплине  «УПД». Desktop приложение «TTS BOOK»</vt:lpstr>
      <vt:lpstr>Цель семестровой работы</vt:lpstr>
      <vt:lpstr>Стек технологий</vt:lpstr>
      <vt:lpstr>Завершение разработки приложения</vt:lpstr>
      <vt:lpstr>Демонстрация работы приложения</vt:lpstr>
      <vt:lpstr>Демонстрация работы приложения</vt:lpstr>
      <vt:lpstr>Демонстрация работы приложения</vt:lpstr>
      <vt:lpstr>Демонстрация работы приложения</vt:lpstr>
      <vt:lpstr>Демонстрация работы приложения</vt:lpstr>
      <vt:lpstr>Тестирование работы приложения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1 prototaup</cp:lastModifiedBy>
  <cp:revision>121</cp:revision>
  <dcterms:created xsi:type="dcterms:W3CDTF">2022-01-31T05:33:00Z</dcterms:created>
  <dcterms:modified xsi:type="dcterms:W3CDTF">2025-04-10T07:03:48Z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4C4266697D0843B1BDACD0FCBEA154BD_12</vt:lpwstr>
  </property>
  <property fmtid="{D5CDD505-2E9C-101B-9397-08002B2CF9AE}" pid="3" name="KSOProductBuildVer">
    <vt:lpwstr>1049-12.2.0.19805</vt:lpwstr>
  </property>
</Properties>
</file>